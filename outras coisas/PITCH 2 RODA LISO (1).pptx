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ustic Printed" charset="1" panose="00000000000000000000"/>
      <p:regular r:id="rId16"/>
    </p:embeddedFont>
    <p:embeddedFont>
      <p:font typeface="29LT Bukra Condensed Medium" charset="1" panose="020B060804000000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67096">
            <a:off x="-1904784" y="-2748929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8" y="0"/>
                </a:lnTo>
                <a:lnTo>
                  <a:pt x="5866968" y="4981590"/>
                </a:lnTo>
                <a:lnTo>
                  <a:pt x="0" y="4981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04852" y="3765468"/>
            <a:ext cx="10656614" cy="332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99"/>
              </a:lnSpc>
            </a:pPr>
            <a:r>
              <a:rPr lang="en-US" sz="20699">
                <a:solidFill>
                  <a:srgbClr val="5CE1E6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Roda Liso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65778" y="2525963"/>
            <a:ext cx="7691149" cy="1935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064"/>
              </a:lnSpc>
              <a:spcBef>
                <a:spcPct val="0"/>
              </a:spcBef>
            </a:pPr>
            <a:r>
              <a:rPr lang="en-US" sz="12064">
                <a:solidFill>
                  <a:srgbClr val="5CE1E6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Problemas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367096">
            <a:off x="15354516" y="-1462095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8" y="0"/>
                </a:lnTo>
                <a:lnTo>
                  <a:pt x="5866968" y="4981590"/>
                </a:lnTo>
                <a:lnTo>
                  <a:pt x="0" y="4981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3205" y="1233219"/>
            <a:ext cx="7087657" cy="8160131"/>
          </a:xfrm>
          <a:custGeom>
            <a:avLst/>
            <a:gdLst/>
            <a:ahLst/>
            <a:cxnLst/>
            <a:rect r="r" b="b" t="t" l="l"/>
            <a:pathLst>
              <a:path h="8160131" w="7087657">
                <a:moveTo>
                  <a:pt x="0" y="0"/>
                </a:moveTo>
                <a:lnTo>
                  <a:pt x="7087657" y="0"/>
                </a:lnTo>
                <a:lnTo>
                  <a:pt x="7087657" y="8160132"/>
                </a:lnTo>
                <a:lnTo>
                  <a:pt x="0" y="81601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90805" y="5190989"/>
            <a:ext cx="8441096" cy="192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86"/>
              </a:lnSpc>
              <a:spcBef>
                <a:spcPct val="0"/>
              </a:spcBef>
            </a:pPr>
            <a:r>
              <a:rPr lang="en-US" b="true" sz="4586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Falta de </a:t>
            </a:r>
            <a:r>
              <a:rPr lang="en-US" b="true" sz="4586" strike="noStrike" u="none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 Conhecimento (ODS 4)</a:t>
            </a:r>
          </a:p>
          <a:p>
            <a:pPr algn="l" marL="0" indent="0" lvl="0">
              <a:lnSpc>
                <a:spcPts val="4586"/>
              </a:lnSpc>
              <a:spcBef>
                <a:spcPct val="0"/>
              </a:spcBef>
            </a:pPr>
            <a:r>
              <a:rPr lang="en-US" b="true" sz="4586" strike="noStrike" u="none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Mal aproveitamento do próprio hardware</a:t>
            </a:r>
          </a:p>
          <a:p>
            <a:pPr algn="l" marL="0" indent="0" lvl="0">
              <a:lnSpc>
                <a:spcPts val="4586"/>
              </a:lnSpc>
              <a:spcBef>
                <a:spcPct val="0"/>
              </a:spcBef>
            </a:pPr>
            <a:r>
              <a:rPr lang="en-US" b="true" sz="4586" strike="noStrike" u="none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Problemas de otimização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0136" y="933450"/>
            <a:ext cx="15827727" cy="173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02"/>
              </a:lnSpc>
              <a:spcBef>
                <a:spcPct val="0"/>
              </a:spcBef>
            </a:pPr>
            <a:r>
              <a:rPr lang="en-US" sz="10802">
                <a:solidFill>
                  <a:srgbClr val="5CE1E6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Solução de valor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367096">
            <a:off x="-2225825" y="-3250617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9" y="0"/>
                </a:lnTo>
                <a:lnTo>
                  <a:pt x="5866969" y="4981589"/>
                </a:lnTo>
                <a:lnTo>
                  <a:pt x="0" y="4981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93759" y="6276290"/>
            <a:ext cx="3479879" cy="3479879"/>
          </a:xfrm>
          <a:custGeom>
            <a:avLst/>
            <a:gdLst/>
            <a:ahLst/>
            <a:cxnLst/>
            <a:rect r="r" b="b" t="t" l="l"/>
            <a:pathLst>
              <a:path h="3479879" w="3479879">
                <a:moveTo>
                  <a:pt x="0" y="0"/>
                </a:moveTo>
                <a:lnTo>
                  <a:pt x="3479879" y="0"/>
                </a:lnTo>
                <a:lnTo>
                  <a:pt x="3479879" y="3479879"/>
                </a:lnTo>
                <a:lnTo>
                  <a:pt x="0" y="3479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93759" y="3220480"/>
            <a:ext cx="3055809" cy="3055809"/>
          </a:xfrm>
          <a:custGeom>
            <a:avLst/>
            <a:gdLst/>
            <a:ahLst/>
            <a:cxnLst/>
            <a:rect r="r" b="b" t="t" l="l"/>
            <a:pathLst>
              <a:path h="3055809" w="3055809">
                <a:moveTo>
                  <a:pt x="0" y="0"/>
                </a:moveTo>
                <a:lnTo>
                  <a:pt x="3055810" y="0"/>
                </a:lnTo>
                <a:lnTo>
                  <a:pt x="3055810" y="3055810"/>
                </a:lnTo>
                <a:lnTo>
                  <a:pt x="0" y="30558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21288" y="4358515"/>
            <a:ext cx="3657715" cy="3657715"/>
          </a:xfrm>
          <a:custGeom>
            <a:avLst/>
            <a:gdLst/>
            <a:ahLst/>
            <a:cxnLst/>
            <a:rect r="r" b="b" t="t" l="l"/>
            <a:pathLst>
              <a:path h="3657715" w="3657715">
                <a:moveTo>
                  <a:pt x="0" y="0"/>
                </a:moveTo>
                <a:lnTo>
                  <a:pt x="3657715" y="0"/>
                </a:lnTo>
                <a:lnTo>
                  <a:pt x="3657715" y="3657714"/>
                </a:lnTo>
                <a:lnTo>
                  <a:pt x="0" y="36577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4532" y="3420331"/>
            <a:ext cx="7856881" cy="583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32926" indent="-666463" lvl="1">
              <a:lnSpc>
                <a:spcPts val="7408"/>
              </a:lnSpc>
              <a:buFont typeface="Arial"/>
              <a:buChar char="•"/>
            </a:pPr>
            <a:r>
              <a:rPr lang="en-US" b="true" sz="6173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Analisador técnico</a:t>
            </a:r>
          </a:p>
          <a:p>
            <a:pPr algn="l" marL="1332926" indent="-666463" lvl="1">
              <a:lnSpc>
                <a:spcPts val="7408"/>
              </a:lnSpc>
              <a:buFont typeface="Arial"/>
              <a:buChar char="•"/>
            </a:pPr>
            <a:r>
              <a:rPr lang="en-US" b="true" sz="6173" strike="noStrike" u="none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Corretor de problemas técnicos  </a:t>
            </a:r>
          </a:p>
          <a:p>
            <a:pPr algn="l" marL="1332926" indent="-666463" lvl="1">
              <a:lnSpc>
                <a:spcPts val="7408"/>
              </a:lnSpc>
              <a:buFont typeface="Arial"/>
              <a:buChar char="•"/>
            </a:pPr>
            <a:r>
              <a:rPr lang="en-US" b="true" sz="6173" strike="noStrike" u="none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Aprendizado técnico </a:t>
            </a:r>
          </a:p>
          <a:p>
            <a:pPr algn="l" marL="1332926" indent="-666463" lvl="1">
              <a:lnSpc>
                <a:spcPts val="7408"/>
              </a:lnSpc>
              <a:buFont typeface="Arial"/>
              <a:buChar char="•"/>
            </a:pPr>
            <a:r>
              <a:rPr lang="en-US" b="true" sz="6173" strike="noStrike" u="none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Aproveitamento máximo do hardware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14400"/>
            <a:ext cx="16230600" cy="192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02"/>
              </a:lnSpc>
              <a:spcBef>
                <a:spcPct val="0"/>
              </a:spcBef>
            </a:pPr>
            <a:r>
              <a:rPr lang="en-US" sz="11902">
                <a:solidFill>
                  <a:srgbClr val="5CE1E6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Prototipo inicial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596396">
            <a:off x="14650185" y="-2490795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8" y="0"/>
                </a:lnTo>
                <a:lnTo>
                  <a:pt x="5866968" y="4981590"/>
                </a:lnTo>
                <a:lnTo>
                  <a:pt x="0" y="4981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74367" y="3206267"/>
            <a:ext cx="7554580" cy="6316824"/>
          </a:xfrm>
          <a:custGeom>
            <a:avLst/>
            <a:gdLst/>
            <a:ahLst/>
            <a:cxnLst/>
            <a:rect r="r" b="b" t="t" l="l"/>
            <a:pathLst>
              <a:path h="6316824" w="7554580">
                <a:moveTo>
                  <a:pt x="0" y="0"/>
                </a:moveTo>
                <a:lnTo>
                  <a:pt x="7554580" y="0"/>
                </a:lnTo>
                <a:lnTo>
                  <a:pt x="7554580" y="6316824"/>
                </a:lnTo>
                <a:lnTo>
                  <a:pt x="0" y="63168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10729" y="-114300"/>
            <a:ext cx="15977271" cy="192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02"/>
              </a:lnSpc>
              <a:spcBef>
                <a:spcPct val="0"/>
              </a:spcBef>
            </a:pPr>
            <a:r>
              <a:rPr lang="en-US" sz="11902">
                <a:solidFill>
                  <a:srgbClr val="5CE1E6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Resolução de problemas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984798">
            <a:off x="-2753867" y="-2057029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8" y="0"/>
                </a:lnTo>
                <a:lnTo>
                  <a:pt x="5866968" y="4981589"/>
                </a:lnTo>
                <a:lnTo>
                  <a:pt x="0" y="4981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77348" y="3426970"/>
            <a:ext cx="8856870" cy="6366920"/>
          </a:xfrm>
          <a:custGeom>
            <a:avLst/>
            <a:gdLst/>
            <a:ahLst/>
            <a:cxnLst/>
            <a:rect r="r" b="b" t="t" l="l"/>
            <a:pathLst>
              <a:path h="6366920" w="8856870">
                <a:moveTo>
                  <a:pt x="0" y="0"/>
                </a:moveTo>
                <a:lnTo>
                  <a:pt x="8856870" y="0"/>
                </a:lnTo>
                <a:lnTo>
                  <a:pt x="8856870" y="6366919"/>
                </a:lnTo>
                <a:lnTo>
                  <a:pt x="0" y="6366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5300" y="1750125"/>
            <a:ext cx="16044000" cy="121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</a:pPr>
            <a:r>
              <a:rPr lang="en-US" sz="4186" b="true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Usuários podem sofrer de problemas em softwares em títulos abandonados ou </a:t>
            </a:r>
          </a:p>
          <a:p>
            <a:pPr algn="l">
              <a:lnSpc>
                <a:spcPts val="4186"/>
              </a:lnSpc>
              <a:spcBef>
                <a:spcPct val="0"/>
              </a:spcBef>
            </a:pPr>
            <a:r>
              <a:rPr lang="en-US" b="true" sz="4186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deixados de lado, algumas soluções podem serem tomadas.  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7756"/>
            <a:ext cx="16230600" cy="1717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602"/>
              </a:lnSpc>
              <a:spcBef>
                <a:spcPct val="0"/>
              </a:spcBef>
            </a:pPr>
            <a:r>
              <a:rPr lang="en-US" sz="10602">
                <a:solidFill>
                  <a:srgbClr val="5CE1E6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Aprendizado ao público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396169">
            <a:off x="14878200" y="-2934921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8" y="0"/>
                </a:lnTo>
                <a:lnTo>
                  <a:pt x="5866968" y="4981590"/>
                </a:lnTo>
                <a:lnTo>
                  <a:pt x="0" y="4981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38842" y="3467435"/>
            <a:ext cx="11027285" cy="5790865"/>
          </a:xfrm>
          <a:custGeom>
            <a:avLst/>
            <a:gdLst/>
            <a:ahLst/>
            <a:cxnLst/>
            <a:rect r="r" b="b" t="t" l="l"/>
            <a:pathLst>
              <a:path h="5790865" w="11027285">
                <a:moveTo>
                  <a:pt x="0" y="0"/>
                </a:moveTo>
                <a:lnTo>
                  <a:pt x="11027285" y="0"/>
                </a:lnTo>
                <a:lnTo>
                  <a:pt x="11027285" y="5790865"/>
                </a:lnTo>
                <a:lnTo>
                  <a:pt x="0" y="57908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61714" y="1777719"/>
            <a:ext cx="16726286" cy="121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6"/>
              </a:lnSpc>
            </a:pPr>
            <a:r>
              <a:rPr lang="en-US" sz="4186" b="true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Nem tudo poderá ser resolvido via software, para isso o usuário precisará aprender, aqui aonde se deve colocar á aba de tutoriais 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3182" y="914400"/>
            <a:ext cx="16230600" cy="346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002"/>
              </a:lnSpc>
              <a:spcBef>
                <a:spcPct val="0"/>
              </a:spcBef>
            </a:pPr>
            <a:r>
              <a:rPr lang="en-US" sz="12002">
                <a:solidFill>
                  <a:srgbClr val="5CE1E6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Aproveitamento maximo do hardware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984798">
            <a:off x="-2933484" y="-2490795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8" y="0"/>
                </a:lnTo>
                <a:lnTo>
                  <a:pt x="5866968" y="4981590"/>
                </a:lnTo>
                <a:lnTo>
                  <a:pt x="0" y="4981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52834" y="5086350"/>
            <a:ext cx="2674302" cy="687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3831" indent="-451916" lvl="1">
              <a:lnSpc>
                <a:spcPts val="4186"/>
              </a:lnSpc>
              <a:buFont typeface="Arial"/>
              <a:buChar char="•"/>
            </a:pPr>
            <a:r>
              <a:rPr lang="en-US" b="true" sz="4186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Overclock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52834" y="6013450"/>
            <a:ext cx="7852093" cy="687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3831" indent="-451916" lvl="1">
              <a:lnSpc>
                <a:spcPts val="4186"/>
              </a:lnSpc>
              <a:buFont typeface="Arial"/>
              <a:buChar char="•"/>
            </a:pPr>
            <a:r>
              <a:rPr lang="en-US" b="true" sz="4186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Modificação de parãmetros dos titulos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530984">
            <a:off x="14170726" y="-2490795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9" y="0"/>
                </a:lnTo>
                <a:lnTo>
                  <a:pt x="5866969" y="4981590"/>
                </a:lnTo>
                <a:lnTo>
                  <a:pt x="0" y="4981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86970" y="215210"/>
            <a:ext cx="8914061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  <a:spcBef>
                <a:spcPct val="0"/>
              </a:spcBef>
            </a:pPr>
            <a:r>
              <a:rPr lang="en-US" b="true" sz="12000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Proximos passos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45186"/>
            <a:ext cx="12263735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95400" indent="-647700" lvl="1">
              <a:lnSpc>
                <a:spcPts val="6000"/>
              </a:lnSpc>
              <a:buFont typeface="Arial"/>
              <a:buChar char="•"/>
            </a:pPr>
            <a:r>
              <a:rPr lang="en-US" b="true" sz="6000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Melhorias de qualidade de vida do usuário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95714" y="3197686"/>
            <a:ext cx="9197876" cy="121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3831" indent="-451916" lvl="1">
              <a:lnSpc>
                <a:spcPts val="4186"/>
              </a:lnSpc>
              <a:buFont typeface="Arial"/>
              <a:buChar char="•"/>
            </a:pPr>
            <a:r>
              <a:rPr lang="en-US" b="true" sz="4186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Reconhecimento automático do Hardware do usuário e titulos presente na máquina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27969"/>
            <a:ext cx="12920359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95400" indent="-647700" lvl="1">
              <a:lnSpc>
                <a:spcPts val="6000"/>
              </a:lnSpc>
              <a:buFont typeface="Arial"/>
              <a:buChar char="•"/>
            </a:pPr>
            <a:r>
              <a:rPr lang="en-US" b="true" sz="6000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Ampliação de automatização dos processos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5535" y="5772800"/>
            <a:ext cx="724287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95400" indent="-647700" lvl="1">
              <a:lnSpc>
                <a:spcPts val="6000"/>
              </a:lnSpc>
              <a:buFont typeface="Arial"/>
              <a:buChar char="•"/>
            </a:pPr>
            <a:r>
              <a:rPr lang="en-US" b="true" sz="6000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Ampliação do catálogo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36452" y="7115825"/>
            <a:ext cx="6071146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95400" indent="-647700" lvl="1">
              <a:lnSpc>
                <a:spcPts val="6000"/>
              </a:lnSpc>
              <a:buFont typeface="Arial"/>
              <a:buChar char="•"/>
            </a:pPr>
            <a:r>
              <a:rPr lang="en-US" b="true" sz="6000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Validação  e testes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01055">
            <a:off x="14325816" y="7087677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8" y="0"/>
                </a:lnTo>
                <a:lnTo>
                  <a:pt x="5866968" y="4981590"/>
                </a:lnTo>
                <a:lnTo>
                  <a:pt x="0" y="4981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28133" y="885825"/>
            <a:ext cx="15943213" cy="1663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  <a:spcBef>
                <a:spcPct val="0"/>
              </a:spcBef>
            </a:pPr>
            <a:r>
              <a:rPr lang="en-US" b="true" sz="9999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Agradecimentos ao nosso orientador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85390" y="4185322"/>
            <a:ext cx="7717221" cy="4244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74"/>
              </a:lnSpc>
            </a:pPr>
            <a:r>
              <a:rPr lang="en-US" sz="14474" b="true">
                <a:solidFill>
                  <a:srgbClr val="5CE1E6"/>
                </a:solidFill>
                <a:latin typeface="29LT Bukra Condensed Medium"/>
                <a:ea typeface="29LT Bukra Condensed Medium"/>
                <a:cs typeface="29LT Bukra Condensed Medium"/>
                <a:sym typeface="29LT Bukra Condensed Medium"/>
              </a:rPr>
              <a:t>Gabriel Lara </a:t>
            </a:r>
          </a:p>
          <a:p>
            <a:pPr algn="ctr">
              <a:lnSpc>
                <a:spcPts val="1447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01055">
            <a:off x="14325816" y="7087677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8" y="0"/>
                </a:lnTo>
                <a:lnTo>
                  <a:pt x="5866968" y="4981590"/>
                </a:lnTo>
                <a:lnTo>
                  <a:pt x="0" y="4981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984798">
            <a:off x="-2933484" y="-2490795"/>
            <a:ext cx="5866968" cy="4981589"/>
          </a:xfrm>
          <a:custGeom>
            <a:avLst/>
            <a:gdLst/>
            <a:ahLst/>
            <a:cxnLst/>
            <a:rect r="r" b="b" t="t" l="l"/>
            <a:pathLst>
              <a:path h="4981589" w="5866968">
                <a:moveTo>
                  <a:pt x="0" y="0"/>
                </a:moveTo>
                <a:lnTo>
                  <a:pt x="5866968" y="0"/>
                </a:lnTo>
                <a:lnTo>
                  <a:pt x="5866968" y="4981590"/>
                </a:lnTo>
                <a:lnTo>
                  <a:pt x="0" y="4981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DAHRqKc4Dy8</dc:identifier>
  <dcterms:modified xsi:type="dcterms:W3CDTF">2011-08-01T06:04:30Z</dcterms:modified>
  <cp:revision>1</cp:revision>
  <dc:title>Apresentação mídia kit moda e beleza orgânico bege</dc:title>
</cp:coreProperties>
</file>